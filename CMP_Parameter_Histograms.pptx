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CarrierPressure(psi)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495</c:v>
                </c:pt>
                <c:pt idx="1">
                  <c:v>190</c:v>
                </c:pt>
                <c:pt idx="2">
                  <c:v>8365</c:v>
                </c:pt>
                <c:pt idx="3">
                  <c:v>305</c:v>
                </c:pt>
                <c:pt idx="4">
                  <c:v>135</c:v>
                </c:pt>
                <c:pt idx="5">
                  <c:v>45</c:v>
                </c:pt>
                <c:pt idx="6">
                  <c:v>55</c:v>
                </c:pt>
                <c:pt idx="7">
                  <c:v>70</c:v>
                </c:pt>
                <c:pt idx="8">
                  <c:v>65</c:v>
                </c:pt>
                <c:pt idx="9">
                  <c:v>275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PlatenSpeed(rpm)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29</c:v>
                  </c:pt>
                  <c:pt idx="2">
                    <c:v>48</c:v>
                  </c:pt>
                  <c:pt idx="3">
                    <c:v>67</c:v>
                  </c:pt>
                  <c:pt idx="4">
                    <c:v>86</c:v>
                  </c:pt>
                  <c:pt idx="5">
                    <c:v>105</c:v>
                  </c:pt>
                  <c:pt idx="6">
                    <c:v>124</c:v>
                  </c:pt>
                  <c:pt idx="7">
                    <c:v>143</c:v>
                  </c:pt>
                  <c:pt idx="8">
                    <c:v>162</c:v>
                  </c:pt>
                  <c:pt idx="9">
                    <c:v>181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380</c:v>
                </c:pt>
                <c:pt idx="1">
                  <c:v>50</c:v>
                </c:pt>
                <c:pt idx="2">
                  <c:v>9035</c:v>
                </c:pt>
                <c:pt idx="3">
                  <c:v>15</c:v>
                </c:pt>
                <c:pt idx="4">
                  <c:v>15</c:v>
                </c:pt>
                <c:pt idx="5">
                  <c:v>25</c:v>
                </c:pt>
                <c:pt idx="6">
                  <c:v>15</c:v>
                </c:pt>
                <c:pt idx="7">
                  <c:v>15</c:v>
                </c:pt>
                <c:pt idx="8">
                  <c:v>15</c:v>
                </c:pt>
                <c:pt idx="9">
                  <c:v>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CarrierSpeed(rpm)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29</c:v>
                  </c:pt>
                  <c:pt idx="2">
                    <c:v>48</c:v>
                  </c:pt>
                  <c:pt idx="3">
                    <c:v>67</c:v>
                  </c:pt>
                  <c:pt idx="4">
                    <c:v>86</c:v>
                  </c:pt>
                  <c:pt idx="5">
                    <c:v>105</c:v>
                  </c:pt>
                  <c:pt idx="6">
                    <c:v>124</c:v>
                  </c:pt>
                  <c:pt idx="7">
                    <c:v>143</c:v>
                  </c:pt>
                  <c:pt idx="8">
                    <c:v>162</c:v>
                  </c:pt>
                  <c:pt idx="9">
                    <c:v>181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575</c:v>
                </c:pt>
                <c:pt idx="1">
                  <c:v>40</c:v>
                </c:pt>
                <c:pt idx="2">
                  <c:v>8915</c:v>
                </c:pt>
                <c:pt idx="3">
                  <c:v>35</c:v>
                </c:pt>
                <c:pt idx="4">
                  <c:v>35</c:v>
                </c:pt>
                <c:pt idx="5">
                  <c:v>20</c:v>
                </c:pt>
                <c:pt idx="6">
                  <c:v>25</c:v>
                </c:pt>
                <c:pt idx="7">
                  <c:v>30</c:v>
                </c:pt>
                <c:pt idx="8">
                  <c:v>30</c:v>
                </c:pt>
                <c:pt idx="9">
                  <c:v>295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SlurryFlowRate(mL/min)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50</c:v>
                  </c:pt>
                  <c:pt idx="1">
                    <c:v>95</c:v>
                  </c:pt>
                  <c:pt idx="2">
                    <c:v>140</c:v>
                  </c:pt>
                  <c:pt idx="3">
                    <c:v>185</c:v>
                  </c:pt>
                  <c:pt idx="4">
                    <c:v>230</c:v>
                  </c:pt>
                  <c:pt idx="5">
                    <c:v>275</c:v>
                  </c:pt>
                  <c:pt idx="6">
                    <c:v>320</c:v>
                  </c:pt>
                  <c:pt idx="7">
                    <c:v>365</c:v>
                  </c:pt>
                  <c:pt idx="8">
                    <c:v>410</c:v>
                  </c:pt>
                  <c:pt idx="9">
                    <c:v>455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230</c:v>
                </c:pt>
                <c:pt idx="1">
                  <c:v>25</c:v>
                </c:pt>
                <c:pt idx="2">
                  <c:v>40</c:v>
                </c:pt>
                <c:pt idx="3">
                  <c:v>9120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  <c:pt idx="7">
                  <c:v>10</c:v>
                </c:pt>
                <c:pt idx="8">
                  <c:v>10</c:v>
                </c:pt>
                <c:pt idx="9">
                  <c:v>545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ConditionerPressure(psi)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30</c:v>
                </c:pt>
                <c:pt idx="2">
                  <c:v>9205</c:v>
                </c:pt>
                <c:pt idx="3">
                  <c:v>10</c:v>
                </c:pt>
                <c:pt idx="4">
                  <c:v>0</c:v>
                </c:pt>
                <c:pt idx="5">
                  <c:v>10</c:v>
                </c:pt>
                <c:pt idx="6">
                  <c:v>10</c:v>
                </c:pt>
                <c:pt idx="7">
                  <c:v>5</c:v>
                </c:pt>
                <c:pt idx="8">
                  <c:v>10</c:v>
                </c:pt>
                <c:pt idx="9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ConditionerSpeed(rpm)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</c:v>
                  </c:pt>
                  <c:pt idx="1">
                    <c:v>38</c:v>
                  </c:pt>
                  <c:pt idx="2">
                    <c:v>56</c:v>
                  </c:pt>
                  <c:pt idx="3">
                    <c:v>74</c:v>
                  </c:pt>
                  <c:pt idx="4">
                    <c:v>92</c:v>
                  </c:pt>
                  <c:pt idx="5">
                    <c:v>110</c:v>
                  </c:pt>
                  <c:pt idx="6">
                    <c:v>128</c:v>
                  </c:pt>
                  <c:pt idx="7">
                    <c:v>146</c:v>
                  </c:pt>
                  <c:pt idx="8">
                    <c:v>164</c:v>
                  </c:pt>
                  <c:pt idx="9">
                    <c:v>182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245</c:v>
                </c:pt>
                <c:pt idx="1">
                  <c:v>20</c:v>
                </c:pt>
                <c:pt idx="2">
                  <c:v>20</c:v>
                </c:pt>
                <c:pt idx="3">
                  <c:v>9280</c:v>
                </c:pt>
                <c:pt idx="4">
                  <c:v>10</c:v>
                </c:pt>
                <c:pt idx="5">
                  <c:v>10</c:v>
                </c:pt>
                <c:pt idx="6">
                  <c:v>0</c:v>
                </c:pt>
                <c:pt idx="7">
                  <c:v>0</c:v>
                </c:pt>
                <c:pt idx="8">
                  <c:v>10</c:v>
                </c:pt>
                <c:pt idx="9">
                  <c:v>405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097280"/>
            <a:ext cx="5486400" cy="5486400"/>
          </a:xfrm>
          <a:prstGeom prst="ellipse">
            <a:avLst/>
          </a:prstGeom>
          <a:solidFill>
            <a:srgbClr val="3FBFB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DISTRIBUTION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468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레시피 파라미터 분포 히스토그램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파라미터가 실제로 얼마나 넓게 스윕되었는지 확인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분포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파라미터별 값 분포 히스토그램 (10구간)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Pressure (psi)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36776"/>
          <a:ext cx="3611880" cy="2112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370832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Platen Speed (rpm)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370832" y="1636776"/>
          <a:ext cx="3611880" cy="2112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238744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Speed (rpm)</a:t>
            </a:r>
            <a:endParaRPr lang="en-US" sz="11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8238744" y="1636776"/>
          <a:ext cx="3611880" cy="2112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502920" y="4023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Flow Rate (mL/min)</a:t>
            </a:r>
            <a:endParaRPr lang="en-US" sz="1100" dirty="0"/>
          </a:p>
        </p:txBody>
      </p:sp>
      <p:graphicFrame>
        <p:nvGraphicFramePr>
          <p:cNvPr id="11" name="Chart 3" descr=""/>
          <p:cNvGraphicFramePr/>
          <p:nvPr/>
        </p:nvGraphicFramePr>
        <p:xfrm>
          <a:off x="502920" y="4288536"/>
          <a:ext cx="3611880" cy="2112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 6"/>
          <p:cNvSpPr/>
          <p:nvPr/>
        </p:nvSpPr>
        <p:spPr>
          <a:xfrm>
            <a:off x="4370832" y="4023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Conditioner Pressure (psi)</a:t>
            </a:r>
            <a:endParaRPr lang="en-US" sz="1100" dirty="0"/>
          </a:p>
        </p:txBody>
      </p:sp>
      <p:graphicFrame>
        <p:nvGraphicFramePr>
          <p:cNvPr id="13" name="Chart 4" descr=""/>
          <p:cNvGraphicFramePr/>
          <p:nvPr/>
        </p:nvGraphicFramePr>
        <p:xfrm>
          <a:off x="4370832" y="4288536"/>
          <a:ext cx="3611880" cy="2112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 7"/>
          <p:cNvSpPr/>
          <p:nvPr/>
        </p:nvSpPr>
        <p:spPr>
          <a:xfrm>
            <a:off x="8238744" y="4023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Conditioner Speed (rpm)</a:t>
            </a:r>
            <a:endParaRPr lang="en-US" sz="1100" dirty="0"/>
          </a:p>
        </p:txBody>
      </p:sp>
      <p:graphicFrame>
        <p:nvGraphicFramePr>
          <p:cNvPr id="15" name="Chart 5" descr=""/>
          <p:cNvGraphicFramePr/>
          <p:nvPr/>
        </p:nvGraphicFramePr>
        <p:xfrm>
          <a:off x="8238744" y="4288536"/>
          <a:ext cx="3611880" cy="2112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6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데이터셋 상관관계 분석  |  파라미터 분포 예시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Parameter Distribution Histograms</dc:title>
  <dc:subject>PptxGenJS Presentation</dc:subject>
  <dc:creator>CMP AI Simulator</dc:creator>
  <cp:lastModifiedBy>CMP AI Simulator</cp:lastModifiedBy>
  <cp:revision>1</cp:revision>
  <dcterms:created xsi:type="dcterms:W3CDTF">2026-07-08T05:57:58Z</dcterms:created>
  <dcterms:modified xsi:type="dcterms:W3CDTF">2026-07-08T05:57:58Z</dcterms:modified>
</cp:coreProperties>
</file>